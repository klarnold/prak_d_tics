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068D508-33B9-4C9C-AF28-D3649E570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F056ADB3-E845-4C8E-BB0C-9207F308B9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536EC4D5-900B-4A8D-931F-088888DAB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BFB4-9530-49B0-B4A8-F126FCDAE98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D616226-DC8B-4E91-AE63-759665348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F61E9979-4FB6-41B7-AE86-8E996195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7A0D-2DB9-4BDA-91D5-70F2F964E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8960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8235254-B4C9-4746-85CF-A24C96C28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1EA6E54-57DF-48FE-9114-1F07B204C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03B2DC17-C43D-42B6-ADDF-E2FF419B8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BFB4-9530-49B0-B4A8-F126FCDAE98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1B8E4545-1410-4118-887F-E96BA4EC9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AA7E180D-904A-4F5E-B9E1-F313CC944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7A0D-2DB9-4BDA-91D5-70F2F964E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0655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4BE184A4-18FE-44DA-B2D9-6849799B1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A0622606-5583-4625-B3BA-30B6A2088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EE42F439-DD25-42F9-BD10-52620923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BFB4-9530-49B0-B4A8-F126FCDAE98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866DFEA8-A3AF-42E2-B9A8-13561827A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751056C0-B81F-4121-A749-BA5092E8C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7A0D-2DB9-4BDA-91D5-70F2F964E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0716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5E4FED9-86E4-46CC-854A-99D9F8D5D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AEED733-13DB-4614-B2BC-C175CC9873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659B9720-9DA2-4DF1-878B-7416C90CE1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3B10066A-554F-4340-8D3F-DCD41E17D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BFB4-9530-49B0-B4A8-F126FCDAE98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068AFA03-B20B-4CE9-920F-C12A2292D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6632DFB7-E9B1-4B81-8292-0AEF59DC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7A0D-2DB9-4BDA-91D5-70F2F964E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3823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547F33B-BEC1-4A78-AEC9-B38FA4E50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18BF0C5B-B7E5-41B8-9A8D-5D8BD6A81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xmlns="" id="{40982466-42DC-4B4D-A09D-3E32D06F3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xmlns="" id="{449B0BA0-1392-4D04-AB6B-6E703C4266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xmlns="" id="{80086BAC-E2B4-4381-8D2E-83D74FA30C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xmlns="" id="{26D47D7B-7001-4B8A-84A3-76E8BDA7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BFB4-9530-49B0-B4A8-F126FCDAE98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xmlns="" id="{A7367A80-B4CA-44C6-BF29-F540ED546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xmlns="" id="{A94A053C-3573-4E28-88CC-909DA9DE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7A0D-2DB9-4BDA-91D5-70F2F964E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8954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90E6355D-D87C-43ED-8A48-64876F6B8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F0A4A13D-D62E-4844-9FCC-53854D645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BFB4-9530-49B0-B4A8-F126FCDAE98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2F5B3C0D-C03E-4B18-A982-09A7909E4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xmlns="" id="{215CABCB-3CDD-4A13-885E-4FDC3C583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7A0D-2DB9-4BDA-91D5-70F2F964E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97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xmlns="" id="{69BC766F-C412-488D-82B5-857E0285C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BFB4-9530-49B0-B4A8-F126FCDAE98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xmlns="" id="{01ED1203-5DEB-4643-ABDF-39C982525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xmlns="" id="{EBCE2341-4E35-434B-994D-5095D504A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7A0D-2DB9-4BDA-91D5-70F2F964E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464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68D76B5-3580-4B21-AEB0-93DB99A71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0B62CF9C-16D6-4564-ADA0-901FAE52A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BEA097D8-E383-44AA-935D-B32C6F509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EF8C2BFC-B5AB-49E2-823A-4D0E8B345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BFB4-9530-49B0-B4A8-F126FCDAE98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1FED312C-2BC3-44E9-8449-C0CCB9523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EEB6BBFB-082A-4782-B31B-BC66CBDD5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7A0D-2DB9-4BDA-91D5-70F2F964E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2194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B5BC644-FB57-46EE-A839-E44CCFD264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xmlns="" id="{9268DBB0-04C2-462E-BCA6-7EBA206D8A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xmlns="" id="{C2E96630-309D-4A9B-AF38-5E78240845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xmlns="" id="{2BB88A38-9CFE-49A1-B492-B1BB6EE903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BFB4-9530-49B0-B4A8-F126FCDAE98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xmlns="" id="{9CC8580B-CF06-4076-9342-BBE08286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xmlns="" id="{CCEBA34B-1620-4623-82DA-D9761FF40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7A0D-2DB9-4BDA-91D5-70F2F964E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779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045B88F4-39DC-4F92-9DC8-7D7F963C8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7FB3E1C3-C50B-404A-B5C0-C97CDE064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80B39F0A-0419-4C4F-8EC5-73EC051DE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BFB4-9530-49B0-B4A8-F126FCDAE98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5177EEC3-E4D4-4BD0-8C54-696BA15B8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46987E28-7276-40D0-B698-BC2B04392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7A0D-2DB9-4BDA-91D5-70F2F964E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471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xmlns="" id="{A5341B2C-1913-45C2-A3B1-3ACE3EC8E6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xmlns="" id="{9BD94C70-0D80-4993-9E2B-8C92636AB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6E79738A-42E0-459F-A21B-5ED9C6A95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4BFB4-9530-49B0-B4A8-F126FCDAE98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9BE3E8B5-B680-40FE-8673-14F0D754E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55E05521-681B-4B94-A296-9C7D586ED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17A0D-2DB9-4BDA-91D5-70F2F964E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911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3F94375-8DF3-48E1-B15D-93B18AF51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047E89F5-7C93-4415-83E3-CCEF506A5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xmlns="" id="{EA9B4061-4147-4D60-BB6A-DC72675B98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C4BFB4-9530-49B0-B4A8-F126FCDAE98D}" type="datetimeFigureOut">
              <a:rPr lang="ru-RU" smtClean="0"/>
              <a:t>07.10.2025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670DA19C-25F9-4119-A70A-2C7C315D3B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xmlns="" id="{60B7E7BF-B4BE-467B-AC38-4543AADBB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17A0D-2DB9-4BDA-91D5-70F2F964EC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7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FB71FD2-3E27-48A1-94B6-646658A369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Практическая работа 21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8008A8C3-D4B4-495B-A23F-733B166F09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 студент группы </a:t>
            </a:r>
            <a:r>
              <a:rPr lang="ru-RU" dirty="0" smtClean="0"/>
              <a:t>ИКБО-20-23</a:t>
            </a:r>
            <a:endParaRPr lang="ru-RU" dirty="0"/>
          </a:p>
          <a:p>
            <a:pPr algn="r"/>
            <a:r>
              <a:rPr lang="ru-RU" dirty="0" smtClean="0"/>
              <a:t>Кузнецов </a:t>
            </a:r>
            <a:r>
              <a:rPr lang="ru-RU" dirty="0" smtClean="0"/>
              <a:t>Л</a:t>
            </a:r>
            <a:r>
              <a:rPr lang="ru-RU" dirty="0" smtClean="0"/>
              <a:t>.А.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397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8BA5F8D-E334-4011-8657-2EE68EAB0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C3E22D8F-5478-4DAD-9026-4A3441A73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сформировать текстовое описание на основе наименования процесса и трех его крупных (сложных) функций, определив роли (возможно, организационные единицы). При формировании текстового описания учесть, что сложные функции должны быть декомпозированы;</a:t>
            </a:r>
          </a:p>
          <a:p>
            <a:r>
              <a:rPr lang="ru-RU" dirty="0"/>
              <a:t>построить процессно-событийную модель верхнего уровня, провести декомпозиции сложных функций, обеспечить ветвление с применением логических правил;</a:t>
            </a:r>
          </a:p>
          <a:p>
            <a:r>
              <a:rPr lang="ru-RU" dirty="0"/>
              <a:t>подготовить презентацию для публичной защиты бизнес-процесса, защитить полученную модель</a:t>
            </a:r>
          </a:p>
        </p:txBody>
      </p:sp>
    </p:spTree>
    <p:extLst>
      <p:ext uri="{BB962C8B-B14F-4D97-AF65-F5344CB8AC3E}">
        <p14:creationId xmlns:p14="http://schemas.microsoft.com/office/powerpoint/2010/main" val="2808232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2AD331D-E819-4B6E-B7AC-151DFD66C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Процессно-событийная модель «Заключить договор оказания консультационных услуг»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345A3E49-270D-4979-B67C-338ADDEEED9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8661" y="1825625"/>
            <a:ext cx="58146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133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89B2CDC-D8FA-4DF3-B11F-DE5871AF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Процессно-событийная модель «Заключить договор оказания консультационных услуг» продолжение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8E2BF416-E94D-4689-9F48-C1E02F7CF14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3234" y="1825625"/>
            <a:ext cx="41455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29B3C88-6086-4A60-963D-327D7C257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Декомпозиция процесса «Согласовать существенные условия договора»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7864F289-DC08-478D-8F00-01B2A5C8253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75553" y="1825625"/>
            <a:ext cx="504089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89055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</Words>
  <Application>Microsoft Office PowerPoint</Application>
  <PresentationFormat>Широкоэкранный</PresentationFormat>
  <Paragraphs>10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Практическая работа 21</vt:lpstr>
      <vt:lpstr>Постановка задачи</vt:lpstr>
      <vt:lpstr>Процессно-событийная модель «Заключить договор оказания консультационных услуг»</vt:lpstr>
      <vt:lpstr>Процессно-событийная модель «Заключить договор оказания консультационных услуг» продолжение</vt:lpstr>
      <vt:lpstr>Декомпозиция процесса «Согласовать существенные условия договора»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21</dc:title>
  <dc:creator>𝓐𝓷𝓭𝓻𝓮𝔀 𝓖𝓻𝓲𝓼𝓴𝓲𝓷</dc:creator>
  <cp:lastModifiedBy>Noip</cp:lastModifiedBy>
  <cp:revision>2</cp:revision>
  <dcterms:created xsi:type="dcterms:W3CDTF">2024-12-21T06:25:15Z</dcterms:created>
  <dcterms:modified xsi:type="dcterms:W3CDTF">2025-10-07T07:21:30Z</dcterms:modified>
</cp:coreProperties>
</file>