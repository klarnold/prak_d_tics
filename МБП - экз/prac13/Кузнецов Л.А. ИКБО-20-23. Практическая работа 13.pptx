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6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006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478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807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9640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128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509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4221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4800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1384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62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080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475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2920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7568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1512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2770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61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2A4B188-CD21-4F7C-BD33-B1A3ADE488EB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1052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10981314" cy="2971801"/>
          </a:xfrm>
        </p:spPr>
        <p:txBody>
          <a:bodyPr>
            <a:noAutofit/>
          </a:bodyPr>
          <a:lstStyle/>
          <a:p>
            <a:r>
              <a:rPr lang="ru-RU" sz="6600" dirty="0"/>
              <a:t>Отработка применения типизации событий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4211" y="3843867"/>
            <a:ext cx="10981315" cy="1947333"/>
          </a:xfrm>
        </p:spPr>
        <p:txBody>
          <a:bodyPr/>
          <a:lstStyle/>
          <a:p>
            <a:pPr algn="r"/>
            <a:r>
              <a:rPr lang="ru-RU" dirty="0">
                <a:solidFill>
                  <a:schemeClr val="tx1"/>
                </a:solidFill>
                <a:latin typeface="+mj-lt"/>
              </a:rPr>
              <a:t>Выполнил студент группы </a:t>
            </a:r>
            <a:r>
              <a:rPr lang="ru-RU" dirty="0" smtClean="0">
                <a:solidFill>
                  <a:schemeClr val="tx1"/>
                </a:solidFill>
                <a:latin typeface="+mj-lt"/>
              </a:rPr>
              <a:t>ИКБО-20-23</a:t>
            </a:r>
            <a:endParaRPr lang="ru-RU" dirty="0">
              <a:solidFill>
                <a:schemeClr val="tx1"/>
              </a:solidFill>
              <a:latin typeface="+mj-lt"/>
            </a:endParaRPr>
          </a:p>
          <a:p>
            <a:pPr algn="r"/>
            <a:r>
              <a:rPr lang="ru-RU" smtClean="0">
                <a:solidFill>
                  <a:schemeClr val="tx1"/>
                </a:solidFill>
                <a:latin typeface="+mj-lt"/>
              </a:rPr>
              <a:t>Кузнецов </a:t>
            </a:r>
            <a:r>
              <a:rPr lang="ru-RU" smtClean="0">
                <a:solidFill>
                  <a:schemeClr val="tx1"/>
                </a:solidFill>
                <a:latin typeface="+mj-lt"/>
              </a:rPr>
              <a:t>Л</a:t>
            </a:r>
            <a:r>
              <a:rPr lang="ru-RU" smtClean="0">
                <a:solidFill>
                  <a:schemeClr val="tx1"/>
                </a:solidFill>
                <a:latin typeface="+mj-lt"/>
              </a:rPr>
              <a:t>.А.</a:t>
            </a:r>
            <a:endParaRPr lang="ru-RU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3078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498764"/>
            <a:ext cx="10805824" cy="1293091"/>
          </a:xfrm>
        </p:spPr>
        <p:txBody>
          <a:bodyPr>
            <a:noAutofit/>
          </a:bodyPr>
          <a:lstStyle/>
          <a:p>
            <a:r>
              <a:rPr lang="ru-RU" sz="3200" dirty="0"/>
              <a:t>Постановка задачи:</a:t>
            </a:r>
            <a:br>
              <a:rPr lang="ru-RU" sz="3200" dirty="0"/>
            </a:br>
            <a:endParaRPr lang="ru-RU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B80E89E-960F-4DB8-AFC8-904A3BA2BC39}"/>
              </a:ext>
            </a:extLst>
          </p:cNvPr>
          <p:cNvSpPr txBox="1"/>
          <p:nvPr/>
        </p:nvSpPr>
        <p:spPr>
          <a:xfrm>
            <a:off x="462866" y="1791855"/>
            <a:ext cx="109247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/>
              <a:t>на основе выданного преподавателем варианта задания:</a:t>
            </a:r>
            <a:br>
              <a:rPr lang="ru-RU" sz="1800" dirty="0"/>
            </a:br>
            <a:r>
              <a:rPr lang="ru-RU" sz="1800" dirty="0"/>
              <a:t>а) сформировать текстовое описание бизнес-процесса,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ru-RU" sz="1800" dirty="0"/>
              <a:t>б) построить бизнес-процесс в нотации BPMN,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ru-RU" sz="1800" dirty="0"/>
              <a:t>в) подготовить презентацию для публичной защиты бизнес-процесса, защитить полученную модель.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226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1" y="4487332"/>
            <a:ext cx="11118147" cy="1507067"/>
          </a:xfrm>
        </p:spPr>
        <p:txBody>
          <a:bodyPr>
            <a:normAutofit/>
          </a:bodyPr>
          <a:lstStyle/>
          <a:p>
            <a:r>
              <a:rPr lang="ru-RU" dirty="0"/>
              <a:t>Схема процесса “Приготовить блюдо под заказ”</a:t>
            </a:r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2339" y="695227"/>
            <a:ext cx="8387321" cy="361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40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1" y="4487332"/>
            <a:ext cx="11071013" cy="1507067"/>
          </a:xfrm>
        </p:spPr>
        <p:txBody>
          <a:bodyPr>
            <a:normAutofit/>
          </a:bodyPr>
          <a:lstStyle/>
          <a:p>
            <a:r>
              <a:rPr lang="ru-RU" dirty="0"/>
              <a:t>Схема подпроцесса “Подготовить тесто”</a:t>
            </a:r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1712178"/>
            <a:ext cx="8534400" cy="184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65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1" y="4487332"/>
            <a:ext cx="10797635" cy="1507067"/>
          </a:xfrm>
        </p:spPr>
        <p:txBody>
          <a:bodyPr>
            <a:normAutofit/>
          </a:bodyPr>
          <a:lstStyle/>
          <a:p>
            <a:r>
              <a:rPr lang="ru-RU" dirty="0"/>
              <a:t>Схема подпроцесса “Подготовить начинку”</a:t>
            </a:r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1636198"/>
            <a:ext cx="8534400" cy="179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76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10796588" cy="1507067"/>
          </a:xfrm>
        </p:spPr>
        <p:txBody>
          <a:bodyPr>
            <a:normAutofit/>
          </a:bodyPr>
          <a:lstStyle/>
          <a:p>
            <a:r>
              <a:rPr lang="ru-RU" dirty="0"/>
              <a:t>Схема подпроцесса “Сформировать пиццу”</a:t>
            </a:r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1972021"/>
            <a:ext cx="8534400" cy="183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411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1" y="4487332"/>
            <a:ext cx="10454843" cy="1507067"/>
          </a:xfrm>
        </p:spPr>
        <p:txBody>
          <a:bodyPr>
            <a:normAutofit/>
          </a:bodyPr>
          <a:lstStyle/>
          <a:p>
            <a:r>
              <a:rPr lang="ru-RU" dirty="0"/>
              <a:t>Схема подпроцесса “Испечь пиццу”</a:t>
            </a:r>
          </a:p>
        </p:txBody>
      </p:sp>
      <p:pic>
        <p:nvPicPr>
          <p:cNvPr id="6" name="Объект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2070215"/>
            <a:ext cx="8534400" cy="180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327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10685752" cy="1507067"/>
          </a:xfrm>
        </p:spPr>
        <p:txBody>
          <a:bodyPr>
            <a:normAutofit/>
          </a:bodyPr>
          <a:lstStyle/>
          <a:p>
            <a:r>
              <a:rPr lang="ru-RU" dirty="0"/>
              <a:t>Схема подпроцесса “Выполнить сервировку”</a:t>
            </a:r>
          </a:p>
        </p:txBody>
      </p:sp>
      <p:pic>
        <p:nvPicPr>
          <p:cNvPr id="6" name="Объект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4000" y="1898463"/>
            <a:ext cx="8604000" cy="23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079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6839" y="2682934"/>
            <a:ext cx="10178322" cy="1492132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65770550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129</TotalTime>
  <Words>63</Words>
  <Application>Microsoft Office PowerPoint</Application>
  <PresentationFormat>Широкоэкранный</PresentationFormat>
  <Paragraphs>12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Сектор</vt:lpstr>
      <vt:lpstr>Отработка применения типизации событий</vt:lpstr>
      <vt:lpstr>Постановка задачи: </vt:lpstr>
      <vt:lpstr>Схема процесса “Приготовить блюдо под заказ”</vt:lpstr>
      <vt:lpstr>Схема подпроцесса “Подготовить тесто”</vt:lpstr>
      <vt:lpstr>Схема подпроцесса “Подготовить начинку”</vt:lpstr>
      <vt:lpstr>Схема подпроцесса “Сформировать пиццу”</vt:lpstr>
      <vt:lpstr>Схема подпроцесса “Испечь пиццу”</vt:lpstr>
      <vt:lpstr>Схема подпроцесса “Выполнить сервировку”</vt:lpstr>
      <vt:lpstr>СПАсибо за внимание!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Отработка применения типизации событий</dc:title>
  <dc:creator>Andrew Rarmash</dc:creator>
  <cp:lastModifiedBy>Noip</cp:lastModifiedBy>
  <cp:revision>18</cp:revision>
  <dcterms:created xsi:type="dcterms:W3CDTF">2024-11-02T07:07:43Z</dcterms:created>
  <dcterms:modified xsi:type="dcterms:W3CDTF">2025-10-07T07:23:17Z</dcterms:modified>
</cp:coreProperties>
</file>